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B5A44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0B2E22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960120"/>
            <a:ext cx="1005840" cy="1005840"/>
          </a:xfrm>
          <a:prstGeom prst="ellipse">
            <a:avLst/>
          </a:prstGeom>
          <a:solidFill>
            <a:srgbClr val="18543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090879"/>
            <a:ext cx="744322" cy="7443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48840"/>
            <a:ext cx="12188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KrishiSathi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0" y="3127248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कृषि साथी — Voice-first, offline-ready AI for smallholder farmers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88636" y="388620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114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Sustainable Agriculture  ·  SFHS C.O.D.E Hack 7.0 · 2026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6080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Vardaan Sharma · Ved Vishal · Aditi Sharda · Bhavik Katal · Himank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 EXISTS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Three hard constraints, not features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22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14600"/>
            <a:ext cx="868680" cy="868680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328" y="2627528"/>
            <a:ext cx="642823" cy="6428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5661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Can't always read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4251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farmers read with difficulty. A screen full of text that nobody speaks aloud is a screen half the app cannot use.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22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514600"/>
            <a:ext cx="868680" cy="868680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808" y="2627528"/>
            <a:ext cx="642823" cy="6428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5661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Signal drops in the field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754880" y="4251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2G, or nothing, is the daily reality. An app that needs a network round-trip just to open has already failed the farmer.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101600" dist="38100" dir="5400000">
              <a:srgbClr val="1B2E22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0" y="2514600"/>
            <a:ext cx="868680" cy="868680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288" y="2627528"/>
            <a:ext cx="642823" cy="64282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5661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A wrong answer costs a season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595360" y="425196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dosage advice or a missed counterfeit isn't a bug — it's a lost harvest and a year of income.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BDC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It's not that farmers lack advice.
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0881360" cy="2331720"/>
          </a:xfrm>
          <a:prstGeom prst="roundRect">
            <a:avLst>
              <a:gd name="adj" fmla="val 549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7889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It is that the advice isn’t voice-first, isn’t offline-proof, and isn’t honest about what it doesn’t know.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51560" y="4160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3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in KrishiSathi follows from closing that gap — not from adding AI for its own sake.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52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One app. Six languages. Zero assumptions.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05256" y="1728216"/>
            <a:ext cx="2060304" cy="4224528"/>
          </a:xfrm>
          <a:prstGeom prst="roundRect">
            <a:avLst>
              <a:gd name="adj" fmla="val 7101"/>
            </a:avLst>
          </a:prstGeom>
          <a:solidFill>
            <a:srgbClr val="0F3D2E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C:\Users\himan\AppData\Local\Temp\claude\D--Coding\9dc2c7dd-b7bf-4b14-874f-1f88f153edb0\scratchpad\sho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1859136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5980176"/>
            <a:ext cx="1859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irrigation call, spoken aloud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587352" y="1728216"/>
            <a:ext cx="2060304" cy="4224528"/>
          </a:xfrm>
          <a:prstGeom prst="roundRect">
            <a:avLst>
              <a:gd name="adj" fmla="val 7101"/>
            </a:avLst>
          </a:prstGeom>
          <a:solidFill>
            <a:srgbClr val="0F3D2E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1" descr="C:\Users\himan\AppData\Local\Temp\claude\D--Coding\9dc2c7dd-b7bf-4b14-874f-1f88f153edb0\scratchpad\shots\mand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936" y="1828800"/>
            <a:ext cx="1859136" cy="4023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87936" y="5980176"/>
            <a:ext cx="1859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 — GREEN / YELLOW / RED, everywhere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87151" y="2359152"/>
            <a:ext cx="109728" cy="10972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1" name="Text 7"/>
          <p:cNvSpPr/>
          <p:nvPr/>
        </p:nvSpPr>
        <p:spPr>
          <a:xfrm>
            <a:off x="6443183" y="2212848"/>
            <a:ext cx="52428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Hold-to-speak mic docked on every screen, in 6 languages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187151" y="3319272"/>
            <a:ext cx="109728" cy="10972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3" name="Text 9"/>
          <p:cNvSpPr/>
          <p:nvPr/>
        </p:nvSpPr>
        <p:spPr>
          <a:xfrm>
            <a:off x="6443183" y="3172968"/>
            <a:ext cx="52428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+ shape + text label — never colour alone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187151" y="4279392"/>
            <a:ext cx="109728" cy="10972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5" name="Text 11"/>
          <p:cNvSpPr/>
          <p:nvPr/>
        </p:nvSpPr>
        <p:spPr>
          <a:xfrm>
            <a:off x="6443183" y="4133088"/>
            <a:ext cx="52428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offline: cached data, outbox, on-device rules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187151" y="5239512"/>
            <a:ext cx="109728" cy="10972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7" name="Text 13"/>
          <p:cNvSpPr/>
          <p:nvPr/>
        </p:nvSpPr>
        <p:spPr>
          <a:xfrm>
            <a:off x="6443183" y="5093208"/>
            <a:ext cx="52428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 farmer who may not read, on a phone that drops to 2G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HUB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11 tools, all voice-reachable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225856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213" y="233226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62456" y="213055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Scan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62456" y="258775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→ diagnosis + treatment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55848" y="196596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225856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141" y="2332269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15384" y="213055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Check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215384" y="258775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+ label verify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08776" y="196596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73368" y="225856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69" y="2332269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68312" y="213055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068312" y="258775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AI estimate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61704" y="196596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26296" y="225856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9997" y="2332269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21240" y="213055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Schemes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921240" y="258775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schemes, rule-matched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361188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67512" y="390448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213" y="3978189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62456" y="37764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Health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362456" y="423367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NPK, pH, exact dosing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55848" y="361188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20440" y="390448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4141" y="3978189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215384" y="37764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Rotation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215384" y="423367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2-season rotation plan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208776" y="361188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73368" y="390448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7069" y="3978189"/>
            <a:ext cx="419527" cy="41952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068312" y="37764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Diversification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068312" y="423367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costed income options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061704" y="361188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9226296" y="390448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9997" y="3978189"/>
            <a:ext cx="419527" cy="41952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921240" y="37764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921240" y="423367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entry + P&amp;L chart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502920" y="525780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67512" y="555040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213" y="5624109"/>
            <a:ext cx="419527" cy="419527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362456" y="542239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Advisor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1362456" y="587959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On-farm input doses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3355848" y="525780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3520440" y="555040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4141" y="5624109"/>
            <a:ext cx="419527" cy="419527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4215384" y="542239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Residue Manager</a:t>
            </a:r>
            <a:endParaRPr lang="en-US" sz="1250" dirty="0"/>
          </a:p>
        </p:txBody>
      </p:sp>
      <p:sp>
        <p:nvSpPr>
          <p:cNvPr id="53" name="Text 41"/>
          <p:cNvSpPr/>
          <p:nvPr/>
        </p:nvSpPr>
        <p:spPr>
          <a:xfrm>
            <a:off x="4215384" y="587959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burning, sell straw</a:t>
            </a:r>
            <a:endParaRPr lang="en-US" sz="1000" dirty="0"/>
          </a:p>
        </p:txBody>
      </p:sp>
      <p:sp>
        <p:nvSpPr>
          <p:cNvPr id="54" name="Shape 42"/>
          <p:cNvSpPr/>
          <p:nvPr/>
        </p:nvSpPr>
        <p:spPr>
          <a:xfrm>
            <a:off x="6208776" y="5257800"/>
            <a:ext cx="272491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6373368" y="555040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7069" y="5624109"/>
            <a:ext cx="419527" cy="419527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7068312" y="542239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</a:t>
            </a:r>
            <a:endParaRPr lang="en-US" sz="1250" dirty="0"/>
          </a:p>
        </p:txBody>
      </p:sp>
      <p:sp>
        <p:nvSpPr>
          <p:cNvPr id="58" name="Text 45"/>
          <p:cNvSpPr/>
          <p:nvPr/>
        </p:nvSpPr>
        <p:spPr>
          <a:xfrm>
            <a:off x="7068312" y="5879592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helplines, offline</a:t>
            </a:r>
            <a:endParaRPr lang="en-US" sz="1000" dirty="0"/>
          </a:p>
        </p:txBody>
      </p:sp>
      <p:sp>
        <p:nvSpPr>
          <p:cNvPr id="59" name="Text 4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Voice-first and offline-first, by construction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77440"/>
            <a:ext cx="640080" cy="640080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24606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4231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Voice, routed on-device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F3E4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17320" y="3154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Hold-to-speak mic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Docked on every screen, all 6 languages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8587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F3E4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38130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intent match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on-device, zero network, instant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5171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F3E4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447141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navigate/act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"मंडी भाव" opens Mandi with no round-trip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51755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F3E4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512978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→ ask Gemini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through to a full AI answer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17920" y="205740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37960" y="2377440"/>
            <a:ext cx="640080" cy="640080"/>
          </a:xfrm>
          <a:prstGeom prst="ellipse">
            <a:avLst/>
          </a:prstGeom>
          <a:solidFill>
            <a:srgbClr val="FBEBD1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170" y="2460650"/>
            <a:ext cx="473659" cy="47365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15200" y="24231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Offline, by default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53796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EBD1"/>
          </a:solidFill>
          <a:ln/>
        </p:spPr>
      </p:sp>
      <p:sp>
        <p:nvSpPr>
          <p:cNvPr id="25" name="Text 21"/>
          <p:cNvSpPr/>
          <p:nvPr/>
        </p:nvSpPr>
        <p:spPr>
          <a:xfrm>
            <a:off x="65379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086600" y="31546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fetch is cached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IndexedDB, stale-while-offline fallback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537960" y="385876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EBD1"/>
          </a:solidFill>
          <a:ln/>
        </p:spPr>
      </p:sp>
      <p:sp>
        <p:nvSpPr>
          <p:cNvPr id="28" name="Text 24"/>
          <p:cNvSpPr/>
          <p:nvPr/>
        </p:nvSpPr>
        <p:spPr>
          <a:xfrm>
            <a:off x="653796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086600" y="381304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→ serve cache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age of cached data beats a blank screen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451713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EBD1"/>
          </a:solidFill>
          <a:ln/>
        </p:spPr>
      </p:sp>
      <p:sp>
        <p:nvSpPr>
          <p:cNvPr id="31" name="Text 27"/>
          <p:cNvSpPr/>
          <p:nvPr/>
        </p:nvSpPr>
        <p:spPr>
          <a:xfrm>
            <a:off x="653796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7086600" y="447141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queue in an outbox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Replayed automatically once back online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6537960" y="517550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BEBD1"/>
          </a:solidFill>
          <a:ln/>
        </p:spPr>
      </p:sp>
      <p:sp>
        <p:nvSpPr>
          <p:cNvPr id="34" name="Text 30"/>
          <p:cNvSpPr/>
          <p:nvPr/>
        </p:nvSpPr>
        <p:spPr>
          <a:xfrm>
            <a:off x="653796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7086600" y="512978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key/network → 503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shows demo data, never an error page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Honest about uncertainty, by design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039112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2112813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3852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are rule-code, not LLM output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532120" y="193852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hallucinated ₹ figure or fake portal link is a real harm — Gemini only translates the human-written reason.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34056"/>
            <a:ext cx="1110996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935224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3008925"/>
            <a:ext cx="419527" cy="4195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834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check defaults to YELLOW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532120" y="283464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ever returns GREEN on positive evidence. An honest "unverified" beats a confident wrong answer.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30168"/>
            <a:ext cx="1110996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3905037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73075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key → 503 → cached data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532120" y="3730752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treats a down service as "show cached data," never as a blank, broken screen.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526280"/>
            <a:ext cx="1110996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727448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1" y="4801149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462686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readings are labelled "modelled"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532120" y="4626864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no free point-API for real soil data — the UI says so and links to the free government test.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5422392"/>
            <a:ext cx="11109960" cy="0"/>
          </a:xfrm>
          <a:prstGeom prst="line">
            <a:avLst/>
          </a:prstGeom>
          <a:noFill/>
          <a:ln w="9525">
            <a:solidFill>
              <a:srgbClr val="DCE8E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623560"/>
            <a:ext cx="566928" cy="566928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41" y="5697261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80160" y="552297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 live in the AI prompt itself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5532120" y="5522976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banned pesticide; PPE and pre-harvest interval always stated; defers to 1800-180-1551 / 108.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12064" cy="512064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" y="2123968"/>
            <a:ext cx="378927" cy="378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956816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207008" y="2258568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+ Vite + Tailwind — installable PWA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2057400"/>
            <a:ext cx="512064" cy="512064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208" y="2123968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22008" y="1956816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922008" y="2258568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Functions, Node 20, TypeScript, Express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862072"/>
            <a:ext cx="512064" cy="512064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2928640"/>
            <a:ext cx="378927" cy="3789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2761488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207008" y="306324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— chat, vision, structured JSON generation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63640" y="2862072"/>
            <a:ext cx="512064" cy="512064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208" y="2928640"/>
            <a:ext cx="378927" cy="378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22008" y="2761488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922008" y="3063240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 — current conditions + 5-day forecast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666744"/>
            <a:ext cx="512064" cy="512064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8" y="3733312"/>
            <a:ext cx="378927" cy="3789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07008" y="356616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207008" y="386791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data.gov.in Agmarknet — live mandi commodity prices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63640" y="3666744"/>
            <a:ext cx="512064" cy="512064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0208" y="3733312"/>
            <a:ext cx="378927" cy="37892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22008" y="356616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922008" y="3867912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Hosting, Auth, Firestore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48640" y="4471416"/>
            <a:ext cx="512064" cy="512064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08" y="4537984"/>
            <a:ext cx="378927" cy="37892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07008" y="4370832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layer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1207008" y="4672584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(idb-keyval), Service Worker, outbox queue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6263640" y="4471416"/>
            <a:ext cx="512064" cy="512064"/>
          </a:xfrm>
          <a:prstGeom prst="ellipse">
            <a:avLst/>
          </a:prstGeom>
          <a:solidFill>
            <a:srgbClr val="DCF3E4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0208" y="4537984"/>
            <a:ext cx="378927" cy="378927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22008" y="4370832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6922008" y="4672584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BarcodeDetector API + ZXing WASM fallback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Real screens, running tonight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85216" y="1773936"/>
            <a:ext cx="1933544" cy="3950208"/>
          </a:xfrm>
          <a:prstGeom prst="roundRect">
            <a:avLst>
              <a:gd name="adj" fmla="val 7567"/>
            </a:avLst>
          </a:prstGeom>
          <a:solidFill>
            <a:srgbClr val="0F3D2E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C:\Users\himan\AppData\Local\Temp\claude\D--Coding\9dc2c7dd-b7bf-4b14-874f-1f88f153edb0\scratchpad\shots\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1732376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751576"/>
            <a:ext cx="173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agronomist — voice in &amp; out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820512" y="1773936"/>
            <a:ext cx="1933544" cy="3950208"/>
          </a:xfrm>
          <a:prstGeom prst="roundRect">
            <a:avLst>
              <a:gd name="adj" fmla="val 7567"/>
            </a:avLst>
          </a:prstGeom>
          <a:solidFill>
            <a:srgbClr val="0F3D2E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pic>
        <p:nvPicPr>
          <p:cNvPr id="8" name="Image 1" descr="C:\Users\himan\AppData\Local\Temp\claude\D--Coding\9dc2c7dd-b7bf-4b14-874f-1f88f153edb0\scratchpad\shots\ver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96" y="1874520"/>
            <a:ext cx="1732376" cy="3749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21096" y="5751576"/>
            <a:ext cx="173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check — offline &amp; honest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55809" y="1773936"/>
            <a:ext cx="1933544" cy="3950208"/>
          </a:xfrm>
          <a:prstGeom prst="roundRect">
            <a:avLst>
              <a:gd name="adj" fmla="val 7567"/>
            </a:avLst>
          </a:prstGeom>
          <a:solidFill>
            <a:srgbClr val="0F3D2E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2" descr="C:\Users\himan\AppData\Local\Temp\claude\D--Coding\9dc2c7dd-b7bf-4b14-874f-1f88f153edb0\scratchpad\shots\residue-resu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393" y="1874520"/>
            <a:ext cx="1732376" cy="3749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56393" y="5751576"/>
            <a:ext cx="1732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Residue manager — built tonight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What ships tonight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0F3D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6771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6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fully translated UI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0F3D2E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26771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11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+ 6 main screens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0F3D2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6771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8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92240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government schemes, rule-matched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0F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226771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372600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needed to demo it live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Sub-theme fit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Sustainable Agriculture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precision fertiliser dosing, disease monitoring, resilient production via rotation, organic and residue tools.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touches AI for a Greener Future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Residue Manager targets crop burning, a major seasonal air-pollution driver, and turns it into income instead.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3D2E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Why this scores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DCF3E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Originality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23360" y="19659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is on-device intent routing, not a bolt-on mic; honesty-by-design AI (rule-based schemes, YELLOW-default verification).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25496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DCF3E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2549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Practicality &amp; Viability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0" y="2825496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typechecked, builds clean; graceful 503→cached-data degradation; usable with zero API keys.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85032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DCF3E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8503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(UI/UX)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23360" y="368503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traffic-light language everywhere; read-aloud on every block; colour never the only signal.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544568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DCF3E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44568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23360" y="454456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discovery, counterfeit-loss prevention, idle-land monetisation — all with costed, concrete numbers.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404104"/>
            <a:ext cx="3246120" cy="658368"/>
          </a:xfrm>
          <a:prstGeom prst="roundRect">
            <a:avLst>
              <a:gd name="adj" fmla="val 11111"/>
            </a:avLst>
          </a:prstGeom>
          <a:solidFill>
            <a:srgbClr val="DCF3E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40410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Impact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023360" y="5404104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Literacy-independent, 6 Indian languages, offline-first for rural connectivity, SOS that works at zero signal.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943600" cy="5943600"/>
          </a:xfrm>
          <a:prstGeom prst="ellipse">
            <a:avLst/>
          </a:prstGeom>
          <a:solidFill>
            <a:srgbClr val="123F30"/>
          </a:solidFill>
          <a:ln/>
        </p:spPr>
      </p:sp>
      <p:sp>
        <p:nvSpPr>
          <p:cNvPr id="3" name="Shape 1"/>
          <p:cNvSpPr/>
          <p:nvPr/>
        </p:nvSpPr>
        <p:spPr>
          <a:xfrm>
            <a:off x="5637276" y="777240"/>
            <a:ext cx="914400" cy="914400"/>
          </a:xfrm>
          <a:prstGeom prst="ellipse">
            <a:avLst/>
          </a:prstGeom>
          <a:solidFill>
            <a:srgbClr val="18543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48" y="89611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8745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Franklin Gothic Demi Cond" pitchFamily="34" charset="0"/>
                <a:ea typeface="Franklin Gothic Demi Cond" pitchFamily="34" charset="-122"/>
                <a:cs typeface="Franklin Gothic Demi Cond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0" y="278892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F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धन्यवाद · Questions?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88636" y="352044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github.com/Sfhs-code/krishiai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Vardaan Sharma · Ved Vishal · Aditi Sharda · Bhavik Katal · Himank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2026-08-01T18:55:42Z</dcterms:created>
  <dcterms:modified xsi:type="dcterms:W3CDTF">2026-08-01T18:55:42Z</dcterms:modified>
</cp:coreProperties>
</file>